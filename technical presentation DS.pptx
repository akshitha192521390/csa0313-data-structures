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B2194-0212-D01F-82EE-7CC255627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F9242A-7FFE-36FA-C1AD-CCA302C36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6287F-5465-3863-5DF4-C0E15DF4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C724-B4D0-4B97-A0DA-D6445ECB092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7AF83-40F3-2E1C-0169-37F0A6872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8CB79-3860-6F38-F050-BB2C4623C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246F-3919-4D5D-8BD0-68D706A1A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102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B2C1E-B776-72B9-C610-83E1DCA5B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AAEEF-6451-CD76-B225-D05676D68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F3741-FDF8-CC4A-B3B0-B5F8FAB56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C724-B4D0-4B97-A0DA-D6445ECB092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AF532-4DD2-2E64-416A-F9347F87D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C0955-B7C6-FEA2-B7CD-D5CBD651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246F-3919-4D5D-8BD0-68D706A1A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699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670A-7DA9-3351-D00E-2B5B233C8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ABC56-529B-681D-E195-398305521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C19D0-290B-0CD9-CFE5-E3DF9F2B1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C724-B4D0-4B97-A0DA-D6445ECB092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D337E-AF78-2A9A-CFBA-7A5BA5E9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6536A-404C-EADB-9AF7-BDA737C0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246F-3919-4D5D-8BD0-68D706A1A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757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2EE86-4691-DEA2-B07F-EFDB755B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24E4D-48E1-6779-5B08-19ECCAE02E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98FB9-3B1A-AB32-AD30-FB43A26DD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F76A4-39E0-44C7-C885-6CA435E03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C724-B4D0-4B97-A0DA-D6445ECB092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D4C5C-C2E8-FFBF-9676-BEE8FDF5C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EBB6F-D5D7-AB02-F943-5C9080D43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246F-3919-4D5D-8BD0-68D706A1A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936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FA35-F880-DF87-DBDC-281C07C11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361B-DBC7-F193-0E6A-A143F1185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7C351-5D32-DD80-93CB-5D2E2ADC8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0B8BBA-A20F-E805-2D26-5D7B0CE44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4EBA81-8AB1-9B09-1BA4-05530E6933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D5C85C-9D09-D093-3AE2-688701D4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C724-B4D0-4B97-A0DA-D6445ECB092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94D937-5C52-E8A8-D38B-456E0577C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513321-DC87-B0E3-7D78-CE27DDA27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246F-3919-4D5D-8BD0-68D706A1A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542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EB78-8842-3541-F20E-D5E708459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DB9C0-2C6F-0927-758C-28128EE4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C724-B4D0-4B97-A0DA-D6445ECB092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CE42B-894B-D229-FC95-15A555395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F2FC1-B60D-C966-0FBC-80694C96E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246F-3919-4D5D-8BD0-68D706A1A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600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A590B6-97F2-7FF9-AF29-C02E3C827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C724-B4D0-4B97-A0DA-D6445ECB092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8FA1E8-78B7-980B-27AA-47A28B465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4ADC3-ACCF-140A-4A40-FABD36A3C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246F-3919-4D5D-8BD0-68D706A1A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143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80EE-7251-F942-7058-A5DD1D301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96204-D6AD-16CE-3140-14D162D53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688D3-7C49-4C89-77E8-EAAEEC95D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F4B7E-8FBE-35E4-DBBC-30DA59373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C724-B4D0-4B97-A0DA-D6445ECB092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96A57-7FA4-DA34-A9CD-892DCE71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ADA829-E81C-3698-D0F7-BEFDD622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246F-3919-4D5D-8BD0-68D706A1A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497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8EA26-20C1-7AD6-8126-F7CE9BB52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31B49-E755-A4E9-E69C-B6DF69958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BDA24-BDD0-A428-C4CE-0AE779C68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6F1CF-FF44-5789-1B66-84415AF31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C724-B4D0-4B97-A0DA-D6445ECB092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892C8-6280-BF58-91DF-D539EF489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9C9B2-E4ED-E432-6285-9B4654983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246F-3919-4D5D-8BD0-68D706A1A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905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4B5B0-E5C7-040A-336E-91670051A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56AFC-A2AB-B29F-6E52-64370E26B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D2588-FFB5-E69F-866E-535BC5904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C724-B4D0-4B97-A0DA-D6445ECB092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9BFC4-88B3-C460-70E0-706927664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1ACE4-5A9F-54CE-D40A-0D1CEA2D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246F-3919-4D5D-8BD0-68D706A1A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334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80A437-1BE8-8FBB-34FA-92E6F98A72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D1A32-B73B-628D-B73B-9734F39B9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97A59-CFBD-CDDF-A73C-24A8A6C69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2C724-B4D0-4B97-A0DA-D6445ECB092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E5336-AC9C-A0A1-16C5-F79904505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C4D73-2BEA-D5E8-9AE2-281D57A7E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6246F-3919-4D5D-8BD0-68D706A1A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22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1051F9-1DB2-8B2F-13DD-7DA654CAE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5C63F-71AF-B871-09D5-3EE702816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3BA3D-088B-E4B9-BC4F-37465B0044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92C724-B4D0-4B97-A0DA-D6445ECB0927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7FFA3-B57B-42DB-5AA3-3FC2D4E64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8BDC9-A09A-6026-75EA-6145B8E94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B6246F-3919-4D5D-8BD0-68D706A1A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23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394F6-E22C-F394-25B7-8AF57854A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4062" y="720429"/>
            <a:ext cx="11759921" cy="3530023"/>
          </a:xfrm>
        </p:spPr>
        <p:txBody>
          <a:bodyPr>
            <a:normAutofit/>
          </a:bodyPr>
          <a:lstStyle/>
          <a:p>
            <a:pPr algn="l"/>
            <a:r>
              <a:rPr lang="en-IN" sz="3600" dirty="0"/>
              <a:t>Suitable Data Structure For A </a:t>
            </a:r>
            <a:r>
              <a:rPr lang="en-US" sz="3600" dirty="0"/>
              <a:t>Contact Management Application Frequently Inserts And Deletes User Records Dynamically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D1465E-C894-1C35-F4BE-346A1C6B5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8342" y="5119340"/>
            <a:ext cx="4096377" cy="1655762"/>
          </a:xfrm>
        </p:spPr>
        <p:txBody>
          <a:bodyPr/>
          <a:lstStyle/>
          <a:p>
            <a:r>
              <a:rPr lang="en-IN" b="1" dirty="0"/>
              <a:t>Presented by </a:t>
            </a:r>
            <a:r>
              <a:rPr lang="en-IN" dirty="0"/>
              <a:t>: </a:t>
            </a:r>
          </a:p>
          <a:p>
            <a:r>
              <a:rPr lang="en-IN" dirty="0" err="1"/>
              <a:t>S.Akshitha</a:t>
            </a:r>
            <a:r>
              <a:rPr lang="en-IN" dirty="0"/>
              <a:t>(192521390)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64971-3045-0340-B850-7FD648116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91" y="127786"/>
            <a:ext cx="11569146" cy="10379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831CE4-3FD2-0652-C52B-1CCF9A0268A4}"/>
              </a:ext>
            </a:extLst>
          </p:cNvPr>
          <p:cNvSpPr txBox="1"/>
          <p:nvPr/>
        </p:nvSpPr>
        <p:spPr>
          <a:xfrm>
            <a:off x="3190352" y="3297087"/>
            <a:ext cx="6300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dirty="0">
                <a:solidFill>
                  <a:srgbClr val="FFFFFF"/>
                </a:solidFill>
                <a:latin typeface="Google Sans"/>
              </a:rPr>
              <a:t>C</a:t>
            </a:r>
            <a:endParaRPr lang="en-IN" b="0" i="0" dirty="0">
              <a:solidFill>
                <a:srgbClr val="FFFFFF"/>
              </a:solidFill>
              <a:effectLst/>
              <a:latin typeface="Google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1F93B-AAE0-071D-F968-A91C538809E9}"/>
              </a:ext>
            </a:extLst>
          </p:cNvPr>
          <p:cNvSpPr txBox="1"/>
          <p:nvPr/>
        </p:nvSpPr>
        <p:spPr>
          <a:xfrm>
            <a:off x="2843684" y="1657976"/>
            <a:ext cx="6049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CSA0313 –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1799988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F5C4D-834A-99A0-03D6-027EB2568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532" y="1433861"/>
            <a:ext cx="4772967" cy="1218903"/>
          </a:xfrm>
        </p:spPr>
        <p:txBody>
          <a:bodyPr>
            <a:normAutofit/>
          </a:bodyPr>
          <a:lstStyle/>
          <a:p>
            <a:r>
              <a:rPr lang="en-IN" sz="4000" b="1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AD1E6-203C-7486-A737-696952843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258" y="2903973"/>
            <a:ext cx="8792308" cy="3526972"/>
          </a:xfrm>
        </p:spPr>
        <p:txBody>
          <a:bodyPr>
            <a:normAutofit fontScale="250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contact management application stores user details such as names, phone numbers, and email addresses.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add, update, search, and delete contact records.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contacts changes frequently over time.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requires a data structure that supports dynamic data management.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data structure improves performance and memory efficiency.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A26C62-BFFB-668D-B662-164F4AA30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94" y="137835"/>
            <a:ext cx="11569146" cy="10379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DC3E58-0D09-D478-3DDB-CFCB15EE49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11" b="2648"/>
          <a:stretch>
            <a:fillRect/>
          </a:stretch>
        </p:blipFill>
        <p:spPr>
          <a:xfrm>
            <a:off x="8763708" y="1885304"/>
            <a:ext cx="3428292" cy="243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87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97012-C4DF-DFCC-FD22-5D03B4800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481" y="1152509"/>
            <a:ext cx="4803113" cy="1460063"/>
          </a:xfrm>
        </p:spPr>
        <p:txBody>
          <a:bodyPr>
            <a:normAutofit/>
          </a:bodyPr>
          <a:lstStyle/>
          <a:p>
            <a:r>
              <a:rPr lang="en-IN" sz="4000" b="1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E8C9C-02AF-C6EF-1176-1C7EB890C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161" y="2984360"/>
            <a:ext cx="9143999" cy="2914022"/>
          </a:xfrm>
        </p:spPr>
        <p:txBody>
          <a:bodyPr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records are frequently inserted and deleted.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require shifting elements during insertion and deletion.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increases execution time for large datasets.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Fixed-size storage may lead to memory wastage or overflow.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dynamic data structure is needed for better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15315-ED0C-FA2C-E998-AA6C48F12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94" y="137835"/>
            <a:ext cx="11569146" cy="10379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62D008-CE53-B189-6F35-E057E2ECB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161" y="1497204"/>
            <a:ext cx="3664470" cy="24317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0EDE79-4C1B-D635-E11C-7FBE432DF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2114" y="4157636"/>
            <a:ext cx="3225522" cy="270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56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9408C-D126-3096-6215-BCDE26FD0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949" y="1698171"/>
            <a:ext cx="7110884" cy="716521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Aptos" panose="020B0004020202020204" pitchFamily="34" charset="0"/>
                <a:cs typeface="Times New Roman" panose="02020603050405020304" pitchFamily="18" charset="0"/>
              </a:rPr>
              <a:t>Suitable Data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9B87F-B2B2-D65D-CC4B-B8D55459D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257" y="2737879"/>
            <a:ext cx="8541099" cy="3813645"/>
          </a:xfrm>
        </p:spPr>
        <p:txBody>
          <a:bodyPr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 contact records.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contact is stored as a separate node.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are connected using pointers.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Contacts can be inserted or deleted without shifting other records.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 allocated dynamically based on the number of contacts.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50C9E-78B3-7E5E-4A41-3D78DD5EB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94" y="137835"/>
            <a:ext cx="11569146" cy="10379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8042E8-3840-6D65-EE0D-AEDFC0673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172" y="1916170"/>
            <a:ext cx="4198984" cy="21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348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81A2-2C68-2EDB-1F51-5E5808901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406" y="1416816"/>
            <a:ext cx="4223657" cy="1048117"/>
          </a:xfrm>
        </p:spPr>
        <p:txBody>
          <a:bodyPr>
            <a:normAutofit/>
          </a:bodyPr>
          <a:lstStyle/>
          <a:p>
            <a:r>
              <a:rPr lang="en-IN" sz="4400" dirty="0"/>
              <a:t>Justification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3D0515-78AC-9961-7D32-2E187A6D7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464" y="2622620"/>
            <a:ext cx="9532536" cy="263518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3200" dirty="0"/>
              <a:t>Provides fast insertion and deletion operations.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3200" dirty="0"/>
              <a:t> Uses dynamic memory efficiently.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3200" dirty="0"/>
              <a:t>No fixed storage size is required.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3200" dirty="0"/>
              <a:t> Easy to update and manage contact records.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3200" dirty="0"/>
              <a:t> Suitable for applications with frequently changing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9C284-0743-4781-957B-729FDFDED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94" y="137835"/>
            <a:ext cx="11569146" cy="103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506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FF1265-7A51-4A4D-C3F6-30E344CCE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116" y="684194"/>
            <a:ext cx="6486078" cy="570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494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231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Google Sans</vt:lpstr>
      <vt:lpstr>Times New Roman</vt:lpstr>
      <vt:lpstr>Office Theme</vt:lpstr>
      <vt:lpstr>Suitable Data Structure For A Contact Management Application Frequently Inserts And Deletes User Records Dynamically</vt:lpstr>
      <vt:lpstr>INTRODUCTION</vt:lpstr>
      <vt:lpstr>Problem Statement</vt:lpstr>
      <vt:lpstr>Suitable Data Structure</vt:lpstr>
      <vt:lpstr>Justification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Akshitha S</dc:creator>
  <cp:lastModifiedBy>Akshitha S</cp:lastModifiedBy>
  <cp:revision>1</cp:revision>
  <dcterms:created xsi:type="dcterms:W3CDTF">2026-07-19T13:16:06Z</dcterms:created>
  <dcterms:modified xsi:type="dcterms:W3CDTF">2026-07-19T14:09:20Z</dcterms:modified>
</cp:coreProperties>
</file>